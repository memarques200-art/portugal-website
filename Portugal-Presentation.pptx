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e44d7620-efb0-5bdf-6777-45db38843365}">
          <p14:sldIdLst>
            <p14:sldId id="256"/>
            <p14:sldId id="257"/>
            <p14:sldId id="258"/>
            <p14:sldId id="259"/>
            <p14:sldId id="260"/>
          </p14:sldIdLst>
        </p14:section>
        <p14:section name="01 Géographie" id="{58db1196-b38d-9adc-1da7-f184b2c82e05}">
          <p14:sldIdLst>
            <p14:sldId id="261"/>
            <p14:sldId id="262"/>
            <p14:sldId id="263"/>
            <p14:sldId id="264"/>
            <p14:sldId id="265"/>
          </p14:sldIdLst>
        </p14:section>
        <p14:section name="02 Histoire" id="{e17d32e9-4ad5-2661-a482-7021aaaa3f24}">
          <p14:sldIdLst>
            <p14:sldId id="266"/>
            <p14:sldId id="267"/>
            <p14:sldId id="268"/>
            <p14:sldId id="269"/>
            <p14:sldId id="270"/>
          </p14:sldIdLst>
        </p14:section>
        <p14:section name="02 Histoire · Institutions" id="{f3a9ff0f-a5b9-eac3-a22b-370a9c2ea748}">
          <p14:sldIdLst>
            <p14:sldId id="271"/>
            <p14:sldId id="272"/>
            <p14:sldId id="273"/>
            <p14:sldId id="274"/>
          </p14:sldIdLst>
        </p14:section>
        <p14:section name="03 Société" id="{30edfed8-9fa6-4c2c-6c58-17c0bcee9d2a}">
          <p14:sldIdLst>
            <p14:sldId id="275"/>
            <p14:sldId id="276"/>
            <p14:sldId id="277"/>
            <p14:sldId id="278"/>
            <p14:sldId id="279"/>
            <p14:sldId id="280"/>
          </p14:sldIdLst>
        </p14:section>
        <p14:section name="04 Culture" id="{679d3c4a-8ce2-fb96-919f-d8b785471fbb}">
          <p14:sldIdLst>
            <p14:sldId id="281"/>
            <p14:sldId id="282"/>
            <p14:sldId id="283"/>
            <p14:sldId id="284"/>
            <p14:sldId id="285"/>
            <p14:sldId id="286"/>
          </p14:sldIdLst>
        </p14:section>
        <p14:section name="05 Sport" id="{2eaa85f0-a4bf-6377-014a-d8b29586cef0}">
          <p14:sldIdLst>
            <p14:sldId id="287"/>
            <p14:sldId id="288"/>
            <p14:sldId id="289"/>
            <p14:sldId id="290"/>
            <p14:sldId id="291"/>
          </p14:sldIdLst>
        </p14:section>
        <p14:section name="06 Régions" id="{5174039b-c0fa-0e6c-386a-71eb3d5dc6d1}">
          <p14:sldIdLst>
            <p14:sldId id="292"/>
            <p14:sldId id="293"/>
            <p14:sldId id="294"/>
            <p14:sldId id="295"/>
            <p14:sldId id="296"/>
          </p14:sldIdLst>
        </p14:section>
        <p14:section name="07 Merveilles" id="{c6983e73-3cd5-e710-9840-d9e863711817}">
          <p14:sldIdLst>
            <p14:sldId id="297"/>
            <p14:sldId id="298"/>
            <p14:sldId id="299"/>
            <p14:sldId id="300"/>
            <p14:sldId id="301"/>
            <p14:sldId id="302"/>
            <p14:sldId id="303"/>
            <p14:sldId id="304"/>
            <p14:sldId id="305"/>
            <p14:sldId id="306"/>
            <p14:sldId id="307"/>
            <p14:sldId id="308"/>
            <p14:sldId id="309"/>
          </p14:sldIdLst>
        </p14:section>
        <p14:section name="08 Conclusion" id="{bfbd2a56-4182-649d-7576-6094d130a99e}">
          <p14:sldIdLst>
            <p14:sldId id="310"/>
            <p14:sldId id="311"/>
            <p14:sldId id="312"/>
            <p14:sldId id="313"/>
            <p14:sldId id="314"/>
            <p14:sldId id="315"/>
            <p14:sldId id="316"/>
          </p14:sldIdLst>
        </p14:section>
        <p14:section name="Crédits" id="{a94c0000-ae2f-9645-1fe3-ebda72b3a9cc}">
          <p14:sldIdLst>
            <p14:sldId id="317"/>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expérience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60-1.jpg"/><Relationship Id="rId3" Type="http://schemas.openxmlformats.org/officeDocument/2006/relationships/image" Target="../media/image-60-2.jpg"/><Relationship Id="rId5" Type="http://schemas.openxmlformats.org/officeDocument/2006/relationships/slideLayout" Target="../slideLayouts/slideLayout2.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Dinis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wide.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expérience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2026-10-25T22:53:22Z</dcterms:created>
  <dcterms:modified xsi:type="dcterms:W3CDTF">2026-10-25T22:53:22Z</dcterms:modified>
</cp:coreProperties>
</file>