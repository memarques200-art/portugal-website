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5fa7007f-58ba-d1db-29e9-c9fc05f080d8}">
          <p14:sldIdLst>
            <p14:sldId id="256"/>
            <p14:sldId id="257"/>
            <p14:sldId id="258"/>
            <p14:sldId id="259"/>
            <p14:sldId id="260"/>
          </p14:sldIdLst>
        </p14:section>
        <p14:section name="01 Géographie" id="{5d4d495d-a7ae-f105-06f4-2ac8458bc520}">
          <p14:sldIdLst>
            <p14:sldId id="261"/>
            <p14:sldId id="262"/>
            <p14:sldId id="263"/>
            <p14:sldId id="264"/>
            <p14:sldId id="265"/>
          </p14:sldIdLst>
        </p14:section>
        <p14:section name="02 Histoire" id="{f3c375d0-0022-756c-d001-8562f0626492}">
          <p14:sldIdLst>
            <p14:sldId id="266"/>
            <p14:sldId id="267"/>
            <p14:sldId id="268"/>
            <p14:sldId id="269"/>
            <p14:sldId id="270"/>
          </p14:sldIdLst>
        </p14:section>
        <p14:section name="02 Histoire · Institutions" id="{0868cb7f-3247-797d-7a8f-8ae52b7e6f0b}">
          <p14:sldIdLst>
            <p14:sldId id="271"/>
            <p14:sldId id="272"/>
            <p14:sldId id="273"/>
            <p14:sldId id="274"/>
          </p14:sldIdLst>
        </p14:section>
        <p14:section name="03 Société" id="{8145cf62-492f-0eea-51af-2b2c7345d3f1}">
          <p14:sldIdLst>
            <p14:sldId id="275"/>
            <p14:sldId id="276"/>
            <p14:sldId id="277"/>
            <p14:sldId id="278"/>
            <p14:sldId id="279"/>
            <p14:sldId id="280"/>
          </p14:sldIdLst>
        </p14:section>
        <p14:section name="04 Culture" id="{628e2a83-e932-ff43-7f7b-61a598af2190}">
          <p14:sldIdLst>
            <p14:sldId id="281"/>
            <p14:sldId id="282"/>
            <p14:sldId id="283"/>
            <p14:sldId id="284"/>
            <p14:sldId id="285"/>
            <p14:sldId id="286"/>
          </p14:sldIdLst>
        </p14:section>
        <p14:section name="05 Sport" id="{5f9f09fd-7bf1-34ec-b12b-593644064d35}">
          <p14:sldIdLst>
            <p14:sldId id="287"/>
            <p14:sldId id="288"/>
            <p14:sldId id="289"/>
            <p14:sldId id="290"/>
            <p14:sldId id="291"/>
          </p14:sldIdLst>
        </p14:section>
        <p14:section name="06 Régions" id="{5a847dac-42b2-5ef2-92ed-30f9754ffc7c}">
          <p14:sldIdLst>
            <p14:sldId id="292"/>
            <p14:sldId id="293"/>
            <p14:sldId id="294"/>
            <p14:sldId id="295"/>
            <p14:sldId id="296"/>
          </p14:sldIdLst>
        </p14:section>
        <p14:section name="07 Merveilles" id="{9fddfcf6-167f-d016-79d8-3baf68ef8914}">
          <p14:sldIdLst>
            <p14:sldId id="297"/>
            <p14:sldId id="298"/>
            <p14:sldId id="299"/>
            <p14:sldId id="300"/>
            <p14:sldId id="301"/>
            <p14:sldId id="302"/>
            <p14:sldId id="303"/>
            <p14:sldId id="304"/>
            <p14:sldId id="305"/>
            <p14:sldId id="306"/>
            <p14:sldId id="307"/>
            <p14:sldId id="308"/>
            <p14:sldId id="309"/>
          </p14:sldIdLst>
        </p14:section>
        <p14:section name="08 Conclusion" id="{66fcf28d-414a-f0b0-bd07-1422c4cde25f}">
          <p14:sldIdLst>
            <p14:sldId id="310"/>
            <p14:sldId id="311"/>
            <p14:sldId id="312"/>
            <p14:sldId id="313"/>
            <p14:sldId id="314"/>
            <p14:sldId id="315"/>
            <p14:sldId id="316"/>
          </p14:sldIdLst>
        </p14:section>
        <p14:section name="Crédits" id="{75f6f43e-adc8-d455-a36a-1589534476d2}">
          <p14:sldIdLst>
            <p14:sldId id="317"/>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 lac immense irrigue l'Alentejo, produit de l'électricité et offre un ciel parmi les plus étoilés d'Europe. Le plus grand lac artificiel d'Europe occidentale : environ 250 km².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60-1.jpg"/><Relationship Id="rId3" Type="http://schemas.openxmlformats.org/officeDocument/2006/relationships/image" Target="../media/image-60-2.jpg"/><Relationship Id="rId5" Type="http://schemas.openxmlformats.org/officeDocument/2006/relationships/slideLayout" Target="../slideLayouts/slideLayout2.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jp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Dinis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wide.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 lac immense irrigue l'Alentejo, produit de l'électricité et offre un ciel parmi les plus étoilés d'Europe.</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grand lac artificiel d'Europe occidentale : environ 250 km²</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2026-10-25T22:44:29Z</dcterms:created>
  <dcterms:modified xsi:type="dcterms:W3CDTF">2026-10-25T22:44:29Z</dcterms:modified>
</cp:coreProperties>
</file>