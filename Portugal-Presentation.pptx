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6d6b5ce8-7321-c29d-444e-233e41617a4b}">
          <p14:sldIdLst>
            <p14:sldId id="256"/>
            <p14:sldId id="257"/>
            <p14:sldId id="258"/>
            <p14:sldId id="259"/>
            <p14:sldId id="260"/>
          </p14:sldIdLst>
        </p14:section>
        <p14:section name="01 Géographie" id="{d7bf040d-751a-0000-8e6e-c51fa0d96f4b}">
          <p14:sldIdLst>
            <p14:sldId id="261"/>
            <p14:sldId id="262"/>
            <p14:sldId id="263"/>
            <p14:sldId id="264"/>
            <p14:sldId id="265"/>
          </p14:sldIdLst>
        </p14:section>
        <p14:section name="02 Histoire" id="{e8b74c6b-6d1b-7f78-298e-4532e7da0e6f}">
          <p14:sldIdLst>
            <p14:sldId id="266"/>
            <p14:sldId id="267"/>
            <p14:sldId id="268"/>
            <p14:sldId id="269"/>
            <p14:sldId id="270"/>
          </p14:sldIdLst>
        </p14:section>
        <p14:section name="02 Histoire · Institutions" id="{50de6d02-52b0-df66-9da5-9211df668fbd}">
          <p14:sldIdLst>
            <p14:sldId id="271"/>
            <p14:sldId id="272"/>
            <p14:sldId id="273"/>
            <p14:sldId id="274"/>
          </p14:sldIdLst>
        </p14:section>
        <p14:section name="03 Société" id="{2280a3c2-996a-6863-2860-8fd18882b3cd}">
          <p14:sldIdLst>
            <p14:sldId id="275"/>
            <p14:sldId id="276"/>
            <p14:sldId id="277"/>
            <p14:sldId id="278"/>
            <p14:sldId id="279"/>
            <p14:sldId id="280"/>
          </p14:sldIdLst>
        </p14:section>
        <p14:section name="04 Culture" id="{26698eef-9e75-c180-4e62-fa625471f633}">
          <p14:sldIdLst>
            <p14:sldId id="281"/>
            <p14:sldId id="282"/>
            <p14:sldId id="283"/>
            <p14:sldId id="284"/>
            <p14:sldId id="285"/>
            <p14:sldId id="286"/>
          </p14:sldIdLst>
        </p14:section>
        <p14:section name="05 Sport" id="{98961be6-1e04-ba47-d1ad-c91016c6830f}">
          <p14:sldIdLst>
            <p14:sldId id="287"/>
            <p14:sldId id="288"/>
            <p14:sldId id="289"/>
            <p14:sldId id="290"/>
            <p14:sldId id="291"/>
          </p14:sldIdLst>
        </p14:section>
        <p14:section name="06 Régions" id="{44ca02b6-3c73-614e-8a5e-17ed8d746f3c}">
          <p14:sldIdLst>
            <p14:sldId id="292"/>
            <p14:sldId id="293"/>
            <p14:sldId id="294"/>
            <p14:sldId id="295"/>
            <p14:sldId id="296"/>
          </p14:sldIdLst>
        </p14:section>
        <p14:section name="07 Merveilles" id="{3f15e083-1648-0ebb-2757-8f3256f69de2}">
          <p14:sldIdLst>
            <p14:sldId id="297"/>
            <p14:sldId id="298"/>
            <p14:sldId id="299"/>
            <p14:sldId id="300"/>
            <p14:sldId id="301"/>
            <p14:sldId id="302"/>
            <p14:sldId id="303"/>
            <p14:sldId id="304"/>
            <p14:sldId id="305"/>
            <p14:sldId id="306"/>
            <p14:sldId id="307"/>
            <p14:sldId id="308"/>
            <p14:sldId id="309"/>
          </p14:sldIdLst>
        </p14:section>
        <p14:section name="08 Conclusion" id="{291ea341-aed3-f33b-d991-0b579d52b863}">
          <p14:sldIdLst>
            <p14:sldId id="310"/>
            <p14:sldId id="311"/>
            <p14:sldId id="312"/>
            <p14:sldId id="313"/>
            <p14:sldId id="314"/>
            <p14:sldId id="315"/>
            <p14:sldId id="316"/>
          </p14:sldIdLst>
        </p14:section>
        <p14:section name="Crédits" id="{c4c4c4cd-8198-18a5-6b3e-022eae896a5e}">
          <p14:sldIdLst>
            <p14:sldId id="317"/>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 lac immense irrigue l'Alentejo, produit de l'électricité et offre un ciel parmi les plus étoilés d'Europe. Le plus grand lac artificiel d'Europe occidentale : environ 250 km².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60-1.jpg"/><Relationship Id="rId3" Type="http://schemas.openxmlformats.org/officeDocument/2006/relationships/image" Target="../media/image-60-2.jpg"/><Relationship Id="rId5" Type="http://schemas.openxmlformats.org/officeDocument/2006/relationships/slideLayout" Target="../slideLayouts/slideLayout2.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jp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Dinis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 lac immense irrigue l'Alentejo, produit de l'électricité et offre un ciel parmi les plus étoilés d'Europe.</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grand lac artificiel d'Europe occidentale : environ 250 km²</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2026-10-25T22:42:21Z</dcterms:created>
  <dcterms:modified xsi:type="dcterms:W3CDTF">2026-10-25T22:42:21Z</dcterms:modified>
</cp:coreProperties>
</file>